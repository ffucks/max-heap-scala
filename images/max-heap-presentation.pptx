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2"/>
    <p:restoredTop sz="94710"/>
  </p:normalViewPr>
  <p:slideViewPr>
    <p:cSldViewPr snapToGrid="0">
      <p:cViewPr varScale="1">
        <p:scale>
          <a:sx n="131" d="100"/>
          <a:sy n="131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210F46-9CA9-4C7E-BCC7-189147DCF35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883CF13-268B-4188-B46C-E9D94EF6542B}">
      <dgm:prSet/>
      <dgm:spPr/>
      <dgm:t>
        <a:bodyPr/>
        <a:lstStyle/>
        <a:p>
          <a:r>
            <a:rPr lang="en-US"/>
            <a:t>A heap can be efficiently represented using an array.</a:t>
          </a:r>
        </a:p>
      </dgm:t>
    </dgm:pt>
    <dgm:pt modelId="{3661068E-1399-4821-86D5-E01C542701AA}" type="parTrans" cxnId="{B0E62F81-54B4-423D-80C7-1A5F075A7EE3}">
      <dgm:prSet/>
      <dgm:spPr/>
      <dgm:t>
        <a:bodyPr/>
        <a:lstStyle/>
        <a:p>
          <a:endParaRPr lang="en-US"/>
        </a:p>
      </dgm:t>
    </dgm:pt>
    <dgm:pt modelId="{16EAAFEE-FD26-4B77-9F1B-FA30A7D65C7E}" type="sibTrans" cxnId="{B0E62F81-54B4-423D-80C7-1A5F075A7EE3}">
      <dgm:prSet/>
      <dgm:spPr/>
      <dgm:t>
        <a:bodyPr/>
        <a:lstStyle/>
        <a:p>
          <a:endParaRPr lang="en-US"/>
        </a:p>
      </dgm:t>
    </dgm:pt>
    <dgm:pt modelId="{D29EB8A4-AE00-47D2-8C7C-9FC7E81E30EA}">
      <dgm:prSet/>
      <dgm:spPr/>
      <dgm:t>
        <a:bodyPr/>
        <a:lstStyle/>
        <a:p>
          <a:r>
            <a:rPr lang="en-US"/>
            <a:t>If a node is stored at index i:</a:t>
          </a:r>
        </a:p>
      </dgm:t>
    </dgm:pt>
    <dgm:pt modelId="{CDB7F699-6EE9-4B3F-BCEB-2CF4A29CB055}" type="parTrans" cxnId="{4102087D-C60E-47DB-8532-ACDD59285549}">
      <dgm:prSet/>
      <dgm:spPr/>
      <dgm:t>
        <a:bodyPr/>
        <a:lstStyle/>
        <a:p>
          <a:endParaRPr lang="en-US"/>
        </a:p>
      </dgm:t>
    </dgm:pt>
    <dgm:pt modelId="{55E97DA8-AF1E-4FBE-97CF-3202F7D0AD81}" type="sibTrans" cxnId="{4102087D-C60E-47DB-8532-ACDD59285549}">
      <dgm:prSet/>
      <dgm:spPr/>
      <dgm:t>
        <a:bodyPr/>
        <a:lstStyle/>
        <a:p>
          <a:endParaRPr lang="en-US"/>
        </a:p>
      </dgm:t>
    </dgm:pt>
    <dgm:pt modelId="{79852107-0DF2-49D2-8D59-A3BAFAFDB4A5}">
      <dgm:prSet/>
      <dgm:spPr/>
      <dgm:t>
        <a:bodyPr/>
        <a:lstStyle/>
        <a:p>
          <a:r>
            <a:rPr lang="en-US"/>
            <a:t>Its left child is at index 2 * i + 1.</a:t>
          </a:r>
        </a:p>
      </dgm:t>
    </dgm:pt>
    <dgm:pt modelId="{3E2EB34D-0A8B-4C9E-96F7-A64A8C70E547}" type="parTrans" cxnId="{67994EBA-93B6-4E14-9E59-F4DB8DAA3003}">
      <dgm:prSet/>
      <dgm:spPr/>
      <dgm:t>
        <a:bodyPr/>
        <a:lstStyle/>
        <a:p>
          <a:endParaRPr lang="en-US"/>
        </a:p>
      </dgm:t>
    </dgm:pt>
    <dgm:pt modelId="{513CDEEA-FBA4-4B77-84D0-60A9C05B2E64}" type="sibTrans" cxnId="{67994EBA-93B6-4E14-9E59-F4DB8DAA3003}">
      <dgm:prSet/>
      <dgm:spPr/>
      <dgm:t>
        <a:bodyPr/>
        <a:lstStyle/>
        <a:p>
          <a:endParaRPr lang="en-US"/>
        </a:p>
      </dgm:t>
    </dgm:pt>
    <dgm:pt modelId="{26A836D9-090F-43E6-9B54-7C71D8B783DB}">
      <dgm:prSet/>
      <dgm:spPr/>
      <dgm:t>
        <a:bodyPr/>
        <a:lstStyle/>
        <a:p>
          <a:r>
            <a:rPr lang="en-US"/>
            <a:t>Its right child is at index 2 * i + 2.</a:t>
          </a:r>
        </a:p>
      </dgm:t>
    </dgm:pt>
    <dgm:pt modelId="{2653387E-D734-4FF2-9D62-BBD84C1DB809}" type="parTrans" cxnId="{2B47976D-8F85-4F1E-8573-5DA2AC573FA3}">
      <dgm:prSet/>
      <dgm:spPr/>
      <dgm:t>
        <a:bodyPr/>
        <a:lstStyle/>
        <a:p>
          <a:endParaRPr lang="en-US"/>
        </a:p>
      </dgm:t>
    </dgm:pt>
    <dgm:pt modelId="{FA9670E5-00C7-43F1-B420-F7A7AC691CEB}" type="sibTrans" cxnId="{2B47976D-8F85-4F1E-8573-5DA2AC573FA3}">
      <dgm:prSet/>
      <dgm:spPr/>
      <dgm:t>
        <a:bodyPr/>
        <a:lstStyle/>
        <a:p>
          <a:endParaRPr lang="en-US"/>
        </a:p>
      </dgm:t>
    </dgm:pt>
    <dgm:pt modelId="{6F0F279E-79A9-44DE-B7E7-EFC398FFFD23}">
      <dgm:prSet/>
      <dgm:spPr/>
      <dgm:t>
        <a:bodyPr/>
        <a:lstStyle/>
        <a:p>
          <a:r>
            <a:rPr lang="en-US"/>
            <a:t>The parent of a node at index i can be found with[(i-1)/2].</a:t>
          </a:r>
        </a:p>
      </dgm:t>
    </dgm:pt>
    <dgm:pt modelId="{4BF0DE09-07DA-4E17-A064-3C8DC94B0530}" type="parTrans" cxnId="{BD58E4B4-55BD-4946-B57D-92CD43CED659}">
      <dgm:prSet/>
      <dgm:spPr/>
      <dgm:t>
        <a:bodyPr/>
        <a:lstStyle/>
        <a:p>
          <a:endParaRPr lang="en-US"/>
        </a:p>
      </dgm:t>
    </dgm:pt>
    <dgm:pt modelId="{FD0C3FE2-F8EB-4B70-8D8B-26CF81D52247}" type="sibTrans" cxnId="{BD58E4B4-55BD-4946-B57D-92CD43CED659}">
      <dgm:prSet/>
      <dgm:spPr/>
      <dgm:t>
        <a:bodyPr/>
        <a:lstStyle/>
        <a:p>
          <a:endParaRPr lang="en-US"/>
        </a:p>
      </dgm:t>
    </dgm:pt>
    <dgm:pt modelId="{B6D97B86-DCEC-AB44-A769-CF7BA0365D00}" type="pres">
      <dgm:prSet presAssocID="{02210F46-9CA9-4C7E-BCC7-189147DCF354}" presName="linear" presStyleCnt="0">
        <dgm:presLayoutVars>
          <dgm:animLvl val="lvl"/>
          <dgm:resizeHandles val="exact"/>
        </dgm:presLayoutVars>
      </dgm:prSet>
      <dgm:spPr/>
    </dgm:pt>
    <dgm:pt modelId="{EF0CCEBB-5899-6F45-816A-75D6B6FCB537}" type="pres">
      <dgm:prSet presAssocID="{A883CF13-268B-4188-B46C-E9D94EF654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B89EDF1-ECCF-D44D-85B4-DEDA49A78C84}" type="pres">
      <dgm:prSet presAssocID="{16EAAFEE-FD26-4B77-9F1B-FA30A7D65C7E}" presName="spacer" presStyleCnt="0"/>
      <dgm:spPr/>
    </dgm:pt>
    <dgm:pt modelId="{24C0934A-4AEC-474E-88DC-2729DA655970}" type="pres">
      <dgm:prSet presAssocID="{D29EB8A4-AE00-47D2-8C7C-9FC7E81E30E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064A01A-285B-4640-BD56-EFD17176ED7E}" type="pres">
      <dgm:prSet presAssocID="{55E97DA8-AF1E-4FBE-97CF-3202F7D0AD81}" presName="spacer" presStyleCnt="0"/>
      <dgm:spPr/>
    </dgm:pt>
    <dgm:pt modelId="{9313448E-C6AC-8D4D-A598-C9BB13BC25FA}" type="pres">
      <dgm:prSet presAssocID="{79852107-0DF2-49D2-8D59-A3BAFAFDB4A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C197797-F00A-9D43-A023-8865AF54CE78}" type="pres">
      <dgm:prSet presAssocID="{513CDEEA-FBA4-4B77-84D0-60A9C05B2E64}" presName="spacer" presStyleCnt="0"/>
      <dgm:spPr/>
    </dgm:pt>
    <dgm:pt modelId="{25FE552B-C8EA-6743-AD8C-E8D190C797B4}" type="pres">
      <dgm:prSet presAssocID="{26A836D9-090F-43E6-9B54-7C71D8B783D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09DF466-0CC6-D345-8F82-B36F2D3AAFD3}" type="pres">
      <dgm:prSet presAssocID="{FA9670E5-00C7-43F1-B420-F7A7AC691CEB}" presName="spacer" presStyleCnt="0"/>
      <dgm:spPr/>
    </dgm:pt>
    <dgm:pt modelId="{05F80BB6-9E0E-1145-B3B5-34D67406D85E}" type="pres">
      <dgm:prSet presAssocID="{6F0F279E-79A9-44DE-B7E7-EFC398FFFD2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0288518-356B-5E47-B994-D6778B48EF03}" type="presOf" srcId="{D29EB8A4-AE00-47D2-8C7C-9FC7E81E30EA}" destId="{24C0934A-4AEC-474E-88DC-2729DA655970}" srcOrd="0" destOrd="0" presId="urn:microsoft.com/office/officeart/2005/8/layout/vList2"/>
    <dgm:cxn modelId="{D530C745-400B-6848-915B-131FD45F65AF}" type="presOf" srcId="{02210F46-9CA9-4C7E-BCC7-189147DCF354}" destId="{B6D97B86-DCEC-AB44-A769-CF7BA0365D00}" srcOrd="0" destOrd="0" presId="urn:microsoft.com/office/officeart/2005/8/layout/vList2"/>
    <dgm:cxn modelId="{37FAEE51-6898-494E-A2AE-CEE58858DB6D}" type="presOf" srcId="{A883CF13-268B-4188-B46C-E9D94EF6542B}" destId="{EF0CCEBB-5899-6F45-816A-75D6B6FCB537}" srcOrd="0" destOrd="0" presId="urn:microsoft.com/office/officeart/2005/8/layout/vList2"/>
    <dgm:cxn modelId="{2B47976D-8F85-4F1E-8573-5DA2AC573FA3}" srcId="{02210F46-9CA9-4C7E-BCC7-189147DCF354}" destId="{26A836D9-090F-43E6-9B54-7C71D8B783DB}" srcOrd="3" destOrd="0" parTransId="{2653387E-D734-4FF2-9D62-BBD84C1DB809}" sibTransId="{FA9670E5-00C7-43F1-B420-F7A7AC691CEB}"/>
    <dgm:cxn modelId="{4102087D-C60E-47DB-8532-ACDD59285549}" srcId="{02210F46-9CA9-4C7E-BCC7-189147DCF354}" destId="{D29EB8A4-AE00-47D2-8C7C-9FC7E81E30EA}" srcOrd="1" destOrd="0" parTransId="{CDB7F699-6EE9-4B3F-BCEB-2CF4A29CB055}" sibTransId="{55E97DA8-AF1E-4FBE-97CF-3202F7D0AD81}"/>
    <dgm:cxn modelId="{B0E62F81-54B4-423D-80C7-1A5F075A7EE3}" srcId="{02210F46-9CA9-4C7E-BCC7-189147DCF354}" destId="{A883CF13-268B-4188-B46C-E9D94EF6542B}" srcOrd="0" destOrd="0" parTransId="{3661068E-1399-4821-86D5-E01C542701AA}" sibTransId="{16EAAFEE-FD26-4B77-9F1B-FA30A7D65C7E}"/>
    <dgm:cxn modelId="{6E528EA3-7BFE-9B43-B828-FF0454C4754D}" type="presOf" srcId="{6F0F279E-79A9-44DE-B7E7-EFC398FFFD23}" destId="{05F80BB6-9E0E-1145-B3B5-34D67406D85E}" srcOrd="0" destOrd="0" presId="urn:microsoft.com/office/officeart/2005/8/layout/vList2"/>
    <dgm:cxn modelId="{BD58E4B4-55BD-4946-B57D-92CD43CED659}" srcId="{02210F46-9CA9-4C7E-BCC7-189147DCF354}" destId="{6F0F279E-79A9-44DE-B7E7-EFC398FFFD23}" srcOrd="4" destOrd="0" parTransId="{4BF0DE09-07DA-4E17-A064-3C8DC94B0530}" sibTransId="{FD0C3FE2-F8EB-4B70-8D8B-26CF81D52247}"/>
    <dgm:cxn modelId="{67994EBA-93B6-4E14-9E59-F4DB8DAA3003}" srcId="{02210F46-9CA9-4C7E-BCC7-189147DCF354}" destId="{79852107-0DF2-49D2-8D59-A3BAFAFDB4A5}" srcOrd="2" destOrd="0" parTransId="{3E2EB34D-0A8B-4C9E-96F7-A64A8C70E547}" sibTransId="{513CDEEA-FBA4-4B77-84D0-60A9C05B2E64}"/>
    <dgm:cxn modelId="{A28134D0-47B9-4F44-AA0A-A94807F700B6}" type="presOf" srcId="{26A836D9-090F-43E6-9B54-7C71D8B783DB}" destId="{25FE552B-C8EA-6743-AD8C-E8D190C797B4}" srcOrd="0" destOrd="0" presId="urn:microsoft.com/office/officeart/2005/8/layout/vList2"/>
    <dgm:cxn modelId="{FE9B53FC-FEA5-4D41-9049-FB45131CC913}" type="presOf" srcId="{79852107-0DF2-49D2-8D59-A3BAFAFDB4A5}" destId="{9313448E-C6AC-8D4D-A598-C9BB13BC25FA}" srcOrd="0" destOrd="0" presId="urn:microsoft.com/office/officeart/2005/8/layout/vList2"/>
    <dgm:cxn modelId="{075D0ACD-4D7E-D04A-BBD3-7355A2BCF211}" type="presParOf" srcId="{B6D97B86-DCEC-AB44-A769-CF7BA0365D00}" destId="{EF0CCEBB-5899-6F45-816A-75D6B6FCB537}" srcOrd="0" destOrd="0" presId="urn:microsoft.com/office/officeart/2005/8/layout/vList2"/>
    <dgm:cxn modelId="{BC0413CB-970A-EA42-983C-333C4EDD6CD3}" type="presParOf" srcId="{B6D97B86-DCEC-AB44-A769-CF7BA0365D00}" destId="{CB89EDF1-ECCF-D44D-85B4-DEDA49A78C84}" srcOrd="1" destOrd="0" presId="urn:microsoft.com/office/officeart/2005/8/layout/vList2"/>
    <dgm:cxn modelId="{F30A63B2-638D-1D4F-86B4-C7FB9D592D58}" type="presParOf" srcId="{B6D97B86-DCEC-AB44-A769-CF7BA0365D00}" destId="{24C0934A-4AEC-474E-88DC-2729DA655970}" srcOrd="2" destOrd="0" presId="urn:microsoft.com/office/officeart/2005/8/layout/vList2"/>
    <dgm:cxn modelId="{02D88936-B202-D741-B4F5-89C749AA46C9}" type="presParOf" srcId="{B6D97B86-DCEC-AB44-A769-CF7BA0365D00}" destId="{0064A01A-285B-4640-BD56-EFD17176ED7E}" srcOrd="3" destOrd="0" presId="urn:microsoft.com/office/officeart/2005/8/layout/vList2"/>
    <dgm:cxn modelId="{170DCE47-ADE3-494D-B804-C0D0EB0F82CA}" type="presParOf" srcId="{B6D97B86-DCEC-AB44-A769-CF7BA0365D00}" destId="{9313448E-C6AC-8D4D-A598-C9BB13BC25FA}" srcOrd="4" destOrd="0" presId="urn:microsoft.com/office/officeart/2005/8/layout/vList2"/>
    <dgm:cxn modelId="{A10FF789-BF2B-EB4E-867B-3C7148067C4D}" type="presParOf" srcId="{B6D97B86-DCEC-AB44-A769-CF7BA0365D00}" destId="{FC197797-F00A-9D43-A023-8865AF54CE78}" srcOrd="5" destOrd="0" presId="urn:microsoft.com/office/officeart/2005/8/layout/vList2"/>
    <dgm:cxn modelId="{756138EB-DC57-BB4C-898A-3A1FCE52841E}" type="presParOf" srcId="{B6D97B86-DCEC-AB44-A769-CF7BA0365D00}" destId="{25FE552B-C8EA-6743-AD8C-E8D190C797B4}" srcOrd="6" destOrd="0" presId="urn:microsoft.com/office/officeart/2005/8/layout/vList2"/>
    <dgm:cxn modelId="{823ADD7A-CF90-2B44-AD33-0A183F3F807B}" type="presParOf" srcId="{B6D97B86-DCEC-AB44-A769-CF7BA0365D00}" destId="{609DF466-0CC6-D345-8F82-B36F2D3AAFD3}" srcOrd="7" destOrd="0" presId="urn:microsoft.com/office/officeart/2005/8/layout/vList2"/>
    <dgm:cxn modelId="{9EFC7B2A-7A65-4D40-B576-E11737B02C35}" type="presParOf" srcId="{B6D97B86-DCEC-AB44-A769-CF7BA0365D00}" destId="{05F80BB6-9E0E-1145-B3B5-34D67406D85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C37E9B-DB2A-4D3A-B6BB-F8E86658D331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14F1F8C-1B24-4490-8F5E-143F52CA70EC}">
      <dgm:prSet/>
      <dgm:spPr/>
      <dgm:t>
        <a:bodyPr/>
        <a:lstStyle/>
        <a:p>
          <a:r>
            <a:rPr lang="en-US" b="1"/>
            <a:t>Quick access to maximum</a:t>
          </a:r>
          <a:endParaRPr lang="en-US"/>
        </a:p>
      </dgm:t>
    </dgm:pt>
    <dgm:pt modelId="{97DB1637-4872-4F40-AEFB-10243E003A3D}" type="parTrans" cxnId="{D643A872-43BB-4978-8303-5DDB01494B2C}">
      <dgm:prSet/>
      <dgm:spPr/>
      <dgm:t>
        <a:bodyPr/>
        <a:lstStyle/>
        <a:p>
          <a:endParaRPr lang="en-US"/>
        </a:p>
      </dgm:t>
    </dgm:pt>
    <dgm:pt modelId="{757BBAF2-2AB5-4BF7-849A-6D6634484E09}" type="sibTrans" cxnId="{D643A872-43BB-4978-8303-5DDB01494B2C}">
      <dgm:prSet/>
      <dgm:spPr/>
      <dgm:t>
        <a:bodyPr/>
        <a:lstStyle/>
        <a:p>
          <a:endParaRPr lang="en-US"/>
        </a:p>
      </dgm:t>
    </dgm:pt>
    <dgm:pt modelId="{88D5FA08-2688-4F4C-8CBC-C8E47C324E32}">
      <dgm:prSet/>
      <dgm:spPr/>
      <dgm:t>
        <a:bodyPr/>
        <a:lstStyle/>
        <a:p>
          <a:r>
            <a:rPr lang="en-US" b="1"/>
            <a:t>Efficient insert/delete</a:t>
          </a:r>
          <a:endParaRPr lang="en-US"/>
        </a:p>
      </dgm:t>
    </dgm:pt>
    <dgm:pt modelId="{1C4E999A-47D0-4C2B-8451-A31A6D35B9D5}" type="parTrans" cxnId="{C3B70D6F-81BC-4598-89D4-BCF45C71C011}">
      <dgm:prSet/>
      <dgm:spPr/>
      <dgm:t>
        <a:bodyPr/>
        <a:lstStyle/>
        <a:p>
          <a:endParaRPr lang="en-US"/>
        </a:p>
      </dgm:t>
    </dgm:pt>
    <dgm:pt modelId="{04D80E76-E7F0-4D00-8326-9F328E6DB698}" type="sibTrans" cxnId="{C3B70D6F-81BC-4598-89D4-BCF45C71C011}">
      <dgm:prSet/>
      <dgm:spPr/>
      <dgm:t>
        <a:bodyPr/>
        <a:lstStyle/>
        <a:p>
          <a:endParaRPr lang="en-US"/>
        </a:p>
      </dgm:t>
    </dgm:pt>
    <dgm:pt modelId="{C6E48A75-C896-4A46-8D62-978D6D11CA39}">
      <dgm:prSet/>
      <dgm:spPr/>
      <dgm:t>
        <a:bodyPr/>
        <a:lstStyle/>
        <a:p>
          <a:r>
            <a:rPr lang="en-US" b="1"/>
            <a:t>Priority Queues</a:t>
          </a:r>
          <a:endParaRPr lang="en-US"/>
        </a:p>
      </dgm:t>
    </dgm:pt>
    <dgm:pt modelId="{E7768BD5-FCDA-4AF6-8B83-5B66A9E1117E}" type="parTrans" cxnId="{2E9A4A41-EF26-407F-9CB3-DE20D0F2B430}">
      <dgm:prSet/>
      <dgm:spPr/>
      <dgm:t>
        <a:bodyPr/>
        <a:lstStyle/>
        <a:p>
          <a:endParaRPr lang="en-US"/>
        </a:p>
      </dgm:t>
    </dgm:pt>
    <dgm:pt modelId="{1954C978-ADD9-4CD6-AF67-B3105FBCD3B5}" type="sibTrans" cxnId="{2E9A4A41-EF26-407F-9CB3-DE20D0F2B430}">
      <dgm:prSet/>
      <dgm:spPr/>
      <dgm:t>
        <a:bodyPr/>
        <a:lstStyle/>
        <a:p>
          <a:endParaRPr lang="en-US"/>
        </a:p>
      </dgm:t>
    </dgm:pt>
    <dgm:pt modelId="{FB72B5C6-1997-1F43-92A5-2190EB30AB24}" type="pres">
      <dgm:prSet presAssocID="{96C37E9B-DB2A-4D3A-B6BB-F8E86658D331}" presName="linear" presStyleCnt="0">
        <dgm:presLayoutVars>
          <dgm:dir/>
          <dgm:animLvl val="lvl"/>
          <dgm:resizeHandles val="exact"/>
        </dgm:presLayoutVars>
      </dgm:prSet>
      <dgm:spPr/>
    </dgm:pt>
    <dgm:pt modelId="{24E4A4DA-9DE5-7444-8026-323A8E7C2B62}" type="pres">
      <dgm:prSet presAssocID="{714F1F8C-1B24-4490-8F5E-143F52CA70EC}" presName="parentLin" presStyleCnt="0"/>
      <dgm:spPr/>
    </dgm:pt>
    <dgm:pt modelId="{41234F34-0FC3-9B4B-946D-27E45809983A}" type="pres">
      <dgm:prSet presAssocID="{714F1F8C-1B24-4490-8F5E-143F52CA70EC}" presName="parentLeftMargin" presStyleLbl="node1" presStyleIdx="0" presStyleCnt="3"/>
      <dgm:spPr/>
    </dgm:pt>
    <dgm:pt modelId="{6BAFD2DA-35F1-CD42-B9C7-AEA5D13D6711}" type="pres">
      <dgm:prSet presAssocID="{714F1F8C-1B24-4490-8F5E-143F52CA70E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EAD0C4B-9B48-4A42-9396-ADB17404EF87}" type="pres">
      <dgm:prSet presAssocID="{714F1F8C-1B24-4490-8F5E-143F52CA70EC}" presName="negativeSpace" presStyleCnt="0"/>
      <dgm:spPr/>
    </dgm:pt>
    <dgm:pt modelId="{DEF052F2-16F0-8D45-A268-762D07AD2E07}" type="pres">
      <dgm:prSet presAssocID="{714F1F8C-1B24-4490-8F5E-143F52CA70EC}" presName="childText" presStyleLbl="conFgAcc1" presStyleIdx="0" presStyleCnt="3">
        <dgm:presLayoutVars>
          <dgm:bulletEnabled val="1"/>
        </dgm:presLayoutVars>
      </dgm:prSet>
      <dgm:spPr/>
    </dgm:pt>
    <dgm:pt modelId="{08EB586C-C6B2-974D-A314-6E1376DA53D7}" type="pres">
      <dgm:prSet presAssocID="{757BBAF2-2AB5-4BF7-849A-6D6634484E09}" presName="spaceBetweenRectangles" presStyleCnt="0"/>
      <dgm:spPr/>
    </dgm:pt>
    <dgm:pt modelId="{5A5CA508-024D-3942-BAA9-125DBD9FACFE}" type="pres">
      <dgm:prSet presAssocID="{88D5FA08-2688-4F4C-8CBC-C8E47C324E32}" presName="parentLin" presStyleCnt="0"/>
      <dgm:spPr/>
    </dgm:pt>
    <dgm:pt modelId="{C17CCD94-D2C4-B343-8B8F-AF1960355EAA}" type="pres">
      <dgm:prSet presAssocID="{88D5FA08-2688-4F4C-8CBC-C8E47C324E32}" presName="parentLeftMargin" presStyleLbl="node1" presStyleIdx="0" presStyleCnt="3"/>
      <dgm:spPr/>
    </dgm:pt>
    <dgm:pt modelId="{621D69B7-0081-1449-89B6-139F1C494313}" type="pres">
      <dgm:prSet presAssocID="{88D5FA08-2688-4F4C-8CBC-C8E47C324E3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70E318-3E7F-5D4C-A165-DB6259AE71C2}" type="pres">
      <dgm:prSet presAssocID="{88D5FA08-2688-4F4C-8CBC-C8E47C324E32}" presName="negativeSpace" presStyleCnt="0"/>
      <dgm:spPr/>
    </dgm:pt>
    <dgm:pt modelId="{1C9A8C37-BEB6-124F-9E32-B8DD04A8E13D}" type="pres">
      <dgm:prSet presAssocID="{88D5FA08-2688-4F4C-8CBC-C8E47C324E32}" presName="childText" presStyleLbl="conFgAcc1" presStyleIdx="1" presStyleCnt="3">
        <dgm:presLayoutVars>
          <dgm:bulletEnabled val="1"/>
        </dgm:presLayoutVars>
      </dgm:prSet>
      <dgm:spPr/>
    </dgm:pt>
    <dgm:pt modelId="{9679728D-0673-FB4E-9C4F-F494266D45AA}" type="pres">
      <dgm:prSet presAssocID="{04D80E76-E7F0-4D00-8326-9F328E6DB698}" presName="spaceBetweenRectangles" presStyleCnt="0"/>
      <dgm:spPr/>
    </dgm:pt>
    <dgm:pt modelId="{7625C24F-0A8D-4A46-92C6-FCD620E7DB91}" type="pres">
      <dgm:prSet presAssocID="{C6E48A75-C896-4A46-8D62-978D6D11CA39}" presName="parentLin" presStyleCnt="0"/>
      <dgm:spPr/>
    </dgm:pt>
    <dgm:pt modelId="{3926F3F9-4D33-3B4E-AFA4-CEB2E23206DC}" type="pres">
      <dgm:prSet presAssocID="{C6E48A75-C896-4A46-8D62-978D6D11CA39}" presName="parentLeftMargin" presStyleLbl="node1" presStyleIdx="1" presStyleCnt="3"/>
      <dgm:spPr/>
    </dgm:pt>
    <dgm:pt modelId="{C1BFBF18-6E4D-E648-89A6-94AD50A1B3EC}" type="pres">
      <dgm:prSet presAssocID="{C6E48A75-C896-4A46-8D62-978D6D11CA3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FC474A8-9E0F-894A-A509-0BD905ADE1EA}" type="pres">
      <dgm:prSet presAssocID="{C6E48A75-C896-4A46-8D62-978D6D11CA39}" presName="negativeSpace" presStyleCnt="0"/>
      <dgm:spPr/>
    </dgm:pt>
    <dgm:pt modelId="{355D7AD4-6801-3549-B4C5-FEB594D8D40C}" type="pres">
      <dgm:prSet presAssocID="{C6E48A75-C896-4A46-8D62-978D6D11CA3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79F9F01-E7C7-A74B-BAA7-57F03CDCC58D}" type="presOf" srcId="{714F1F8C-1B24-4490-8F5E-143F52CA70EC}" destId="{41234F34-0FC3-9B4B-946D-27E45809983A}" srcOrd="0" destOrd="0" presId="urn:microsoft.com/office/officeart/2005/8/layout/list1"/>
    <dgm:cxn modelId="{2E9A4A41-EF26-407F-9CB3-DE20D0F2B430}" srcId="{96C37E9B-DB2A-4D3A-B6BB-F8E86658D331}" destId="{C6E48A75-C896-4A46-8D62-978D6D11CA39}" srcOrd="2" destOrd="0" parTransId="{E7768BD5-FCDA-4AF6-8B83-5B66A9E1117E}" sibTransId="{1954C978-ADD9-4CD6-AF67-B3105FBCD3B5}"/>
    <dgm:cxn modelId="{73654A49-D22A-F348-9B13-5305875913BC}" type="presOf" srcId="{714F1F8C-1B24-4490-8F5E-143F52CA70EC}" destId="{6BAFD2DA-35F1-CD42-B9C7-AEA5D13D6711}" srcOrd="1" destOrd="0" presId="urn:microsoft.com/office/officeart/2005/8/layout/list1"/>
    <dgm:cxn modelId="{306A0655-4346-1F4E-9C51-99D31896E07E}" type="presOf" srcId="{96C37E9B-DB2A-4D3A-B6BB-F8E86658D331}" destId="{FB72B5C6-1997-1F43-92A5-2190EB30AB24}" srcOrd="0" destOrd="0" presId="urn:microsoft.com/office/officeart/2005/8/layout/list1"/>
    <dgm:cxn modelId="{C3B70D6F-81BC-4598-89D4-BCF45C71C011}" srcId="{96C37E9B-DB2A-4D3A-B6BB-F8E86658D331}" destId="{88D5FA08-2688-4F4C-8CBC-C8E47C324E32}" srcOrd="1" destOrd="0" parTransId="{1C4E999A-47D0-4C2B-8451-A31A6D35B9D5}" sibTransId="{04D80E76-E7F0-4D00-8326-9F328E6DB698}"/>
    <dgm:cxn modelId="{D643A872-43BB-4978-8303-5DDB01494B2C}" srcId="{96C37E9B-DB2A-4D3A-B6BB-F8E86658D331}" destId="{714F1F8C-1B24-4490-8F5E-143F52CA70EC}" srcOrd="0" destOrd="0" parTransId="{97DB1637-4872-4F40-AEFB-10243E003A3D}" sibTransId="{757BBAF2-2AB5-4BF7-849A-6D6634484E09}"/>
    <dgm:cxn modelId="{3E2E1A80-29FB-1843-8F75-E2243E9AA0E0}" type="presOf" srcId="{C6E48A75-C896-4A46-8D62-978D6D11CA39}" destId="{C1BFBF18-6E4D-E648-89A6-94AD50A1B3EC}" srcOrd="1" destOrd="0" presId="urn:microsoft.com/office/officeart/2005/8/layout/list1"/>
    <dgm:cxn modelId="{CC0E7DAC-33A9-1547-B4CB-FDC835A08536}" type="presOf" srcId="{88D5FA08-2688-4F4C-8CBC-C8E47C324E32}" destId="{621D69B7-0081-1449-89B6-139F1C494313}" srcOrd="1" destOrd="0" presId="urn:microsoft.com/office/officeart/2005/8/layout/list1"/>
    <dgm:cxn modelId="{318AA0EE-491A-1B45-8944-989279C5F723}" type="presOf" srcId="{C6E48A75-C896-4A46-8D62-978D6D11CA39}" destId="{3926F3F9-4D33-3B4E-AFA4-CEB2E23206DC}" srcOrd="0" destOrd="0" presId="urn:microsoft.com/office/officeart/2005/8/layout/list1"/>
    <dgm:cxn modelId="{5B1B70FC-02B3-864A-8E90-3842FA211D6B}" type="presOf" srcId="{88D5FA08-2688-4F4C-8CBC-C8E47C324E32}" destId="{C17CCD94-D2C4-B343-8B8F-AF1960355EAA}" srcOrd="0" destOrd="0" presId="urn:microsoft.com/office/officeart/2005/8/layout/list1"/>
    <dgm:cxn modelId="{8C044271-A2FE-9149-A5F3-4542DC529C78}" type="presParOf" srcId="{FB72B5C6-1997-1F43-92A5-2190EB30AB24}" destId="{24E4A4DA-9DE5-7444-8026-323A8E7C2B62}" srcOrd="0" destOrd="0" presId="urn:microsoft.com/office/officeart/2005/8/layout/list1"/>
    <dgm:cxn modelId="{5D959D68-64A3-2C47-8C9C-A4ED8BE5A456}" type="presParOf" srcId="{24E4A4DA-9DE5-7444-8026-323A8E7C2B62}" destId="{41234F34-0FC3-9B4B-946D-27E45809983A}" srcOrd="0" destOrd="0" presId="urn:microsoft.com/office/officeart/2005/8/layout/list1"/>
    <dgm:cxn modelId="{D1697612-3E84-6043-B741-369FA61880B3}" type="presParOf" srcId="{24E4A4DA-9DE5-7444-8026-323A8E7C2B62}" destId="{6BAFD2DA-35F1-CD42-B9C7-AEA5D13D6711}" srcOrd="1" destOrd="0" presId="urn:microsoft.com/office/officeart/2005/8/layout/list1"/>
    <dgm:cxn modelId="{277D675C-820F-D444-B4FE-4D53C6F1E94E}" type="presParOf" srcId="{FB72B5C6-1997-1F43-92A5-2190EB30AB24}" destId="{1EAD0C4B-9B48-4A42-9396-ADB17404EF87}" srcOrd="1" destOrd="0" presId="urn:microsoft.com/office/officeart/2005/8/layout/list1"/>
    <dgm:cxn modelId="{2CBB6735-4421-C746-8323-5817DE7A6209}" type="presParOf" srcId="{FB72B5C6-1997-1F43-92A5-2190EB30AB24}" destId="{DEF052F2-16F0-8D45-A268-762D07AD2E07}" srcOrd="2" destOrd="0" presId="urn:microsoft.com/office/officeart/2005/8/layout/list1"/>
    <dgm:cxn modelId="{7B48530C-C2C8-FD46-8E2C-E31014907FDC}" type="presParOf" srcId="{FB72B5C6-1997-1F43-92A5-2190EB30AB24}" destId="{08EB586C-C6B2-974D-A314-6E1376DA53D7}" srcOrd="3" destOrd="0" presId="urn:microsoft.com/office/officeart/2005/8/layout/list1"/>
    <dgm:cxn modelId="{CBC974C5-3CB3-2641-84CE-42DBA4000994}" type="presParOf" srcId="{FB72B5C6-1997-1F43-92A5-2190EB30AB24}" destId="{5A5CA508-024D-3942-BAA9-125DBD9FACFE}" srcOrd="4" destOrd="0" presId="urn:microsoft.com/office/officeart/2005/8/layout/list1"/>
    <dgm:cxn modelId="{02C4FF00-C52F-6547-96AC-9C156063FE88}" type="presParOf" srcId="{5A5CA508-024D-3942-BAA9-125DBD9FACFE}" destId="{C17CCD94-D2C4-B343-8B8F-AF1960355EAA}" srcOrd="0" destOrd="0" presId="urn:microsoft.com/office/officeart/2005/8/layout/list1"/>
    <dgm:cxn modelId="{32DEED77-3B72-F54F-9A45-DAC601C97A1E}" type="presParOf" srcId="{5A5CA508-024D-3942-BAA9-125DBD9FACFE}" destId="{621D69B7-0081-1449-89B6-139F1C494313}" srcOrd="1" destOrd="0" presId="urn:microsoft.com/office/officeart/2005/8/layout/list1"/>
    <dgm:cxn modelId="{7BFF5323-FED3-8A4B-AEEC-410BBE1AD577}" type="presParOf" srcId="{FB72B5C6-1997-1F43-92A5-2190EB30AB24}" destId="{0070E318-3E7F-5D4C-A165-DB6259AE71C2}" srcOrd="5" destOrd="0" presId="urn:microsoft.com/office/officeart/2005/8/layout/list1"/>
    <dgm:cxn modelId="{904519AB-8080-1845-94D1-57F32EB59FD0}" type="presParOf" srcId="{FB72B5C6-1997-1F43-92A5-2190EB30AB24}" destId="{1C9A8C37-BEB6-124F-9E32-B8DD04A8E13D}" srcOrd="6" destOrd="0" presId="urn:microsoft.com/office/officeart/2005/8/layout/list1"/>
    <dgm:cxn modelId="{EC491B8F-2FEC-7645-8F17-238E3C85D8A0}" type="presParOf" srcId="{FB72B5C6-1997-1F43-92A5-2190EB30AB24}" destId="{9679728D-0673-FB4E-9C4F-F494266D45AA}" srcOrd="7" destOrd="0" presId="urn:microsoft.com/office/officeart/2005/8/layout/list1"/>
    <dgm:cxn modelId="{07332072-385C-2849-A0E3-37265E58FAB5}" type="presParOf" srcId="{FB72B5C6-1997-1F43-92A5-2190EB30AB24}" destId="{7625C24F-0A8D-4A46-92C6-FCD620E7DB91}" srcOrd="8" destOrd="0" presId="urn:microsoft.com/office/officeart/2005/8/layout/list1"/>
    <dgm:cxn modelId="{54943717-0A8C-6E49-BF99-D724E1999BCB}" type="presParOf" srcId="{7625C24F-0A8D-4A46-92C6-FCD620E7DB91}" destId="{3926F3F9-4D33-3B4E-AFA4-CEB2E23206DC}" srcOrd="0" destOrd="0" presId="urn:microsoft.com/office/officeart/2005/8/layout/list1"/>
    <dgm:cxn modelId="{3163E071-F027-B346-921D-AC8401F19F2B}" type="presParOf" srcId="{7625C24F-0A8D-4A46-92C6-FCD620E7DB91}" destId="{C1BFBF18-6E4D-E648-89A6-94AD50A1B3EC}" srcOrd="1" destOrd="0" presId="urn:microsoft.com/office/officeart/2005/8/layout/list1"/>
    <dgm:cxn modelId="{8FEBAD31-B42D-0840-913F-9D81FCB6A5C2}" type="presParOf" srcId="{FB72B5C6-1997-1F43-92A5-2190EB30AB24}" destId="{DFC474A8-9E0F-894A-A509-0BD905ADE1EA}" srcOrd="9" destOrd="0" presId="urn:microsoft.com/office/officeart/2005/8/layout/list1"/>
    <dgm:cxn modelId="{C444CD81-0843-114B-AC5E-BD5263260CD2}" type="presParOf" srcId="{FB72B5C6-1997-1F43-92A5-2190EB30AB24}" destId="{355D7AD4-6801-3549-B4C5-FEB594D8D40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CCEBB-5899-6F45-816A-75D6B6FCB537}">
      <dsp:nvSpPr>
        <dsp:cNvPr id="0" name=""/>
        <dsp:cNvSpPr/>
      </dsp:nvSpPr>
      <dsp:spPr>
        <a:xfrm>
          <a:off x="0" y="26351"/>
          <a:ext cx="10515600" cy="786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 heap can be efficiently represented using an array.</a:t>
          </a:r>
        </a:p>
      </dsp:txBody>
      <dsp:txXfrm>
        <a:off x="38381" y="64732"/>
        <a:ext cx="10438838" cy="709478"/>
      </dsp:txXfrm>
    </dsp:sp>
    <dsp:sp modelId="{24C0934A-4AEC-474E-88DC-2729DA655970}">
      <dsp:nvSpPr>
        <dsp:cNvPr id="0" name=""/>
        <dsp:cNvSpPr/>
      </dsp:nvSpPr>
      <dsp:spPr>
        <a:xfrm>
          <a:off x="0" y="904751"/>
          <a:ext cx="10515600" cy="78624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If a node is stored at index i:</a:t>
          </a:r>
        </a:p>
      </dsp:txBody>
      <dsp:txXfrm>
        <a:off x="38381" y="943132"/>
        <a:ext cx="10438838" cy="709478"/>
      </dsp:txXfrm>
    </dsp:sp>
    <dsp:sp modelId="{9313448E-C6AC-8D4D-A598-C9BB13BC25FA}">
      <dsp:nvSpPr>
        <dsp:cNvPr id="0" name=""/>
        <dsp:cNvSpPr/>
      </dsp:nvSpPr>
      <dsp:spPr>
        <a:xfrm>
          <a:off x="0" y="1783152"/>
          <a:ext cx="10515600" cy="78624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Its left child is at index 2 * i + 1.</a:t>
          </a:r>
        </a:p>
      </dsp:txBody>
      <dsp:txXfrm>
        <a:off x="38381" y="1821533"/>
        <a:ext cx="10438838" cy="709478"/>
      </dsp:txXfrm>
    </dsp:sp>
    <dsp:sp modelId="{25FE552B-C8EA-6743-AD8C-E8D190C797B4}">
      <dsp:nvSpPr>
        <dsp:cNvPr id="0" name=""/>
        <dsp:cNvSpPr/>
      </dsp:nvSpPr>
      <dsp:spPr>
        <a:xfrm>
          <a:off x="0" y="2661552"/>
          <a:ext cx="10515600" cy="78624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Its right child is at index 2 * i + 2.</a:t>
          </a:r>
        </a:p>
      </dsp:txBody>
      <dsp:txXfrm>
        <a:off x="38381" y="2699933"/>
        <a:ext cx="10438838" cy="709478"/>
      </dsp:txXfrm>
    </dsp:sp>
    <dsp:sp modelId="{05F80BB6-9E0E-1145-B3B5-34D67406D85E}">
      <dsp:nvSpPr>
        <dsp:cNvPr id="0" name=""/>
        <dsp:cNvSpPr/>
      </dsp:nvSpPr>
      <dsp:spPr>
        <a:xfrm>
          <a:off x="0" y="3539952"/>
          <a:ext cx="10515600" cy="7862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The parent of a node at index i can be found with[(i-1)/2].</a:t>
          </a:r>
        </a:p>
      </dsp:txBody>
      <dsp:txXfrm>
        <a:off x="38381" y="3578333"/>
        <a:ext cx="10438838" cy="709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052F2-16F0-8D45-A268-762D07AD2E07}">
      <dsp:nvSpPr>
        <dsp:cNvPr id="0" name=""/>
        <dsp:cNvSpPr/>
      </dsp:nvSpPr>
      <dsp:spPr>
        <a:xfrm>
          <a:off x="0" y="1361300"/>
          <a:ext cx="6666833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AFD2DA-35F1-CD42-B9C7-AEA5D13D6711}">
      <dsp:nvSpPr>
        <dsp:cNvPr id="0" name=""/>
        <dsp:cNvSpPr/>
      </dsp:nvSpPr>
      <dsp:spPr>
        <a:xfrm>
          <a:off x="333341" y="962780"/>
          <a:ext cx="4666783" cy="79703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Quick access to maximum</a:t>
          </a:r>
          <a:endParaRPr lang="en-US" sz="2700" kern="1200"/>
        </a:p>
      </dsp:txBody>
      <dsp:txXfrm>
        <a:off x="372249" y="1001688"/>
        <a:ext cx="4588967" cy="719223"/>
      </dsp:txXfrm>
    </dsp:sp>
    <dsp:sp modelId="{1C9A8C37-BEB6-124F-9E32-B8DD04A8E13D}">
      <dsp:nvSpPr>
        <dsp:cNvPr id="0" name=""/>
        <dsp:cNvSpPr/>
      </dsp:nvSpPr>
      <dsp:spPr>
        <a:xfrm>
          <a:off x="0" y="2586019"/>
          <a:ext cx="6666833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D69B7-0081-1449-89B6-139F1C494313}">
      <dsp:nvSpPr>
        <dsp:cNvPr id="0" name=""/>
        <dsp:cNvSpPr/>
      </dsp:nvSpPr>
      <dsp:spPr>
        <a:xfrm>
          <a:off x="333341" y="2187500"/>
          <a:ext cx="4666783" cy="79703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Efficient insert/delete</a:t>
          </a:r>
          <a:endParaRPr lang="en-US" sz="2700" kern="1200"/>
        </a:p>
      </dsp:txBody>
      <dsp:txXfrm>
        <a:off x="372249" y="2226408"/>
        <a:ext cx="4588967" cy="719223"/>
      </dsp:txXfrm>
    </dsp:sp>
    <dsp:sp modelId="{355D7AD4-6801-3549-B4C5-FEB594D8D40C}">
      <dsp:nvSpPr>
        <dsp:cNvPr id="0" name=""/>
        <dsp:cNvSpPr/>
      </dsp:nvSpPr>
      <dsp:spPr>
        <a:xfrm>
          <a:off x="0" y="3810740"/>
          <a:ext cx="6666833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FBF18-6E4D-E648-89A6-94AD50A1B3EC}">
      <dsp:nvSpPr>
        <dsp:cNvPr id="0" name=""/>
        <dsp:cNvSpPr/>
      </dsp:nvSpPr>
      <dsp:spPr>
        <a:xfrm>
          <a:off x="333341" y="3412220"/>
          <a:ext cx="4666783" cy="79703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Priority Queues</a:t>
          </a:r>
          <a:endParaRPr lang="en-US" sz="2700" kern="1200"/>
        </a:p>
      </dsp:txBody>
      <dsp:txXfrm>
        <a:off x="372249" y="3451128"/>
        <a:ext cx="4588967" cy="7192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DB2A1-D6CB-8C83-8013-6D286A5BB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DFDE9-9811-21CB-1CFE-06777CE9B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E3B16-239D-0498-547A-BF563FAD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C15F3-BA37-0E0C-F9E7-61442BB39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69C66-5CB4-81E0-A248-DF397682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7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94BF-E22E-8108-16E6-A5783F87F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828DC-E1D3-4D0C-7272-29FFF98BB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61CDE-78CB-B2AD-B77F-AAABE6398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D0EA2-8739-55CA-F900-1233A0612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576E1-9B4F-4795-6C7A-0213C43C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3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49CC7-F248-67C9-6F31-51862F22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88579-18D9-71AF-7BB3-2FEB35D1D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ACCF1-AF00-2F50-5CE8-D0DC6182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AD63C-3D83-4BE6-B01E-DE48E292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9B29-E655-E322-ACED-AF9302C0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7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B497-EBB5-1D27-29A3-771A1B5E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F30B1-AF79-B75A-1E47-2B7E3CCB5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58411-23EE-B9C4-C80E-EBE8DF2E2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DE66D-4E6E-9964-BF25-DD87A8572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3C169-CE55-0AB7-2129-7D9EBD446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33610-2575-5597-EA2F-E38993D8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7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F667-CCF8-C281-5788-98FA252F1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3A357-44F6-1517-2CE6-44BD4DF32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89E1B-637B-F9B3-50B6-FA85D7972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CBE71-649F-C5C2-F197-FA7FF4591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17D8AE-3CA1-E1F1-CF87-3A7A5855AB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38DEA-5671-CD67-40EA-48D96914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98E73E-E231-2BD9-54F0-750C36EE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9C8EFA-CD93-07AE-1EBD-8ABA0BCB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1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2247-7AC4-9766-2575-449F585F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B44E3A-777D-69A6-2C9E-8BAA1F641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B4AA5-0147-97C4-6E96-938F9E7C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EB6DC-32F7-DAB1-7053-58B2A0A73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45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DE031-8C9A-69D4-F72B-26D69782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413C5-8966-82FF-960F-D2E19F8B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BD2EA-1767-A1AA-C3BB-7F5DA864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7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C1B2-87D3-5375-A518-01C73F43A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5F7D4-16ED-1DB5-B980-4BCD4A38E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723A2-0BB4-149A-89F7-CD72DF714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81B66-2E1C-CD3B-39A4-8CD8BF4B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63532-3592-2F31-246C-278E41D7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8AEE3-5DC8-BBE4-6F10-C715DD79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3259-8881-F993-0D71-0FCD0FA2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BD090-64F2-BE4E-909E-1D6E996D0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FAC5C-6053-8933-E3B5-831AD9A5C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C0554-7A09-C3C8-F125-654E1E5D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A9343-BB1C-E952-2140-665F1F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12DD7-F9B9-3134-AC19-F4410DB5F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4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388C-8438-2FD3-C895-A7ED3D0A5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7BD6F-5A85-0F74-86B6-DEE89FB57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621D3-94F9-24D8-071A-47ED1869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7C79A-8A96-CA25-5D84-C98BE2E68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705D-754A-8ECA-FF33-36F8B840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0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0A6886-F4C7-1FC3-993F-141CDE731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4FAA6-90B4-20EF-DF97-0D20DAC7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517BD-6A93-E439-B78B-08A5F91E3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6891C-4DC4-F80A-7C59-429DF26C9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08AEA-E2F3-DEF9-323C-5AD49FC5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74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A3FEB-5394-770A-701E-49A2E198F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92B03-8FDD-71F2-12E1-1B2AEE806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A5D3B-0930-161B-1673-BF1F46793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D265C-B3FF-CF4F-9A33-05BE1E0F082B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91F9E-CC21-636E-4B41-F300C2DB5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AE6ED-B647-CBB4-9ED1-B5F861C2F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E7E93-43DF-524A-9F4E-65071924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7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1A07C-521C-23C7-18F0-1A5CDF5F0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Max Heap Scala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cala (linguagem de programação) – Wikipédia, a enciclopédia livre">
            <a:extLst>
              <a:ext uri="{FF2B5EF4-FFF2-40B4-BE49-F238E27FC236}">
                <a16:creationId xmlns:a16="http://schemas.microsoft.com/office/drawing/2014/main" id="{D4B49F06-921B-E93A-E9C7-0BB33454F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580648"/>
            <a:ext cx="3737164" cy="171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399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270FA-59F6-0C9B-7B46-C089B1AE4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Max Heap Scala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8E750-351C-F347-FEB9-44DC2B76B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What it is a Max Heap ?</a:t>
            </a:r>
          </a:p>
          <a:p>
            <a:r>
              <a:rPr lang="en-US" sz="2200"/>
              <a:t>Parent/child values.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F508F-9E94-7008-9328-60C4457EF0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6" r="215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680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55C366-A38E-9A8C-A9F0-EBA4E74F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Max Heap Scala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8C90CA-D418-39ED-5FD0-9889F42F4D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75437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651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5FFFE-3812-BCCE-B1B2-4777D7C5D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dirty="0"/>
              <a:t>[10, 7, 2, 4, 5, 0]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Node position 1 (value 7):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Left child: 2 * 1 + 1 = 3 (value 4)</a:t>
            </a:r>
          </a:p>
          <a:p>
            <a:pPr marL="0" indent="0">
              <a:buNone/>
            </a:pPr>
            <a:r>
              <a:rPr lang="en-US" sz="2000" dirty="0"/>
              <a:t>Right child: 2 * 1 + 2  = 4 (value 5)</a:t>
            </a:r>
          </a:p>
          <a:p>
            <a:endParaRPr lang="en-U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40B39C-6135-EFC0-2659-42747AB1C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922704"/>
            <a:ext cx="4170530" cy="304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76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EC706-D5DD-C1D6-9B62-B27CE8B0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77E0E4-B99D-6C46-FEB1-A16AC83A9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768" y="1881389"/>
            <a:ext cx="3835400" cy="3644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45E099-B15D-4753-00A6-903019AE3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955" y="1993269"/>
            <a:ext cx="3739879" cy="34211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EEE5D6-8E34-BF01-9035-465F388FB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432" y="1873049"/>
            <a:ext cx="3786800" cy="354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76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C1EB75-2F90-9028-025F-89126A52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Extract Max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026C3E-65DD-CC7F-2082-C3128C15A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08" y="2982299"/>
            <a:ext cx="3758184" cy="2875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C4D408-E75F-04C2-BB60-7292A4BCE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210" y="3005788"/>
            <a:ext cx="3758184" cy="28280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E7CAE2-EEFF-6322-603D-00D0BFB57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13428"/>
            <a:ext cx="3758184" cy="264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55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6CD4A-6B45-CEF8-CFCA-A3020B3A9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A75957-D6EE-1DE5-7AEB-EFCE62C77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20371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5502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143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Max Heap Scala</vt:lpstr>
      <vt:lpstr>Max Heap Scala</vt:lpstr>
      <vt:lpstr>Max Heap Scala</vt:lpstr>
      <vt:lpstr>PowerPoint Presentation</vt:lpstr>
      <vt:lpstr>Insertion</vt:lpstr>
      <vt:lpstr>Extract Max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Fucks</dc:creator>
  <cp:lastModifiedBy>Fabio Fucks</cp:lastModifiedBy>
  <cp:revision>1</cp:revision>
  <dcterms:created xsi:type="dcterms:W3CDTF">2026-04-06T11:36:33Z</dcterms:created>
  <dcterms:modified xsi:type="dcterms:W3CDTF">2026-04-06T14:30:29Z</dcterms:modified>
</cp:coreProperties>
</file>